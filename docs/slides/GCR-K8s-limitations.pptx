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Checkpoint/Restore를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Kubernetes에 구현하기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6118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FE1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K8s의 한계와 그 해결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B2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K8s-Native Fast GPU Checkpoint/Restore System (GCR 기반)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248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7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DCN Lab · Progress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" y="50749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34AB7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5029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컴포넌트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07208" y="50749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5F5E5A"/>
          </a:solidFill>
          <a:ln/>
        </p:spPr>
      </p:sp>
      <p:sp>
        <p:nvSpPr>
          <p:cNvPr id="9" name="Text 7"/>
          <p:cNvSpPr/>
          <p:nvPr/>
        </p:nvSpPr>
        <p:spPr>
          <a:xfrm>
            <a:off x="3154680" y="5029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K8s 플랫폼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73168" y="50749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5029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경로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F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문제 — 빼앗긴 제어권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GCR은 베어메탈에서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C3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프로세스를 직접 제어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라이브러리다 — cuda-checkpoint 후 criu를 순서대로 직접 호출한다.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Kubernetes는 프로세스를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C34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Pod · CRI · 런타임 뒤로 추상화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해, 그 체크포인트 제어권을 가져간다.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44805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46177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되찾기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빼앗긴 제어권을 Agent 오케스트레이션·호스트 헬퍼·컨트롤 채널로 되찾아 GCR 파이프라인을 K8s에 재현.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37160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20840" y="155448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베어메탈 GCR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cuda-checkpoint → criu dump 를 직접 순서대로 호출  ·  순서를 100% 제어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3200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2240" y="3657600"/>
            <a:ext cx="5120640" cy="1783080"/>
          </a:xfrm>
          <a:prstGeom prst="roundRect">
            <a:avLst>
              <a:gd name="adj" fmla="val 5128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384048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C2C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Kubernetes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4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kubelet → CRI-O → 런타임 → CRIU 로만 가능  ·  실행 순서 제어권 없음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F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아키텍처</a:t>
            </a:r>
            <a:endParaRPr lang="en-US" sz="3000" dirty="0"/>
          </a:p>
        </p:txBody>
      </p:sp>
      <p:pic>
        <p:nvPicPr>
          <p:cNvPr id="3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234440"/>
            <a:ext cx="8503920" cy="46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02374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보라 = 우리가 만든 GCR 컴포넌트   ·   회색 = 재사용한 K8s 플랫폼   ·   청록 = 체크포인트 데이터 경로   —   CRIU는 GPU를 보지 않고 host 메모리만 덤프한다.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F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K8s 한계 → 해결  (1 / 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35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K8s 한계 / 문제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구현한 해결책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체크포인트 실행 순서를 직접 제어 불가 (kubelet→CRI-O→런타임→CRIU만 가능)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 Agent가 kubelet API를 감싸 오케스트레이션 — 전에 freeze, 후에 remap 신호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런타임이 CRIUgpu(cuda_plugin) 자동 로드 → GCR과 충돌·-52 실패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cuda_plugin 비활성화 → CRIU는 CPU만, GPU는 인터셉터+cuda-checkpoint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컨테이너 내 에이전트가 호스트 cuda-checkpoint 실행 시 stack smashing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호스트 systemd 헬퍼로 위임 (컨트롤 파일로 요청)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컨테이너 init PID ≠ GPU 프로세스 PID (멀티프로세스)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헬퍼가 하위 트리에서 GPU PID 탐지 (--get-state 프로브)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경로가 앱·에이전트·런타임 컨테이너로 분산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호스트 공유 컨트롤 채널 + 데이터는 앱 host 메모리(CRIU가 캡처)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F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K8s 한계 → 해결  (2 / 2)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35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K8s 한계 / 문제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구현한 해결책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워크로드 무수정 인터셉션 + LD_PRELOAD 우회 (dlopen RTLD_LOCAL)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노드에 .so 설치 + LD_PRELOAD, libcuda 핸들 직접 dlopen으로 심볼 해석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kubelet 체크포인트 API 제약 (feature gate · --leave-running · tar만)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 활성화 · 비파괴적 resume · tar→컨테이너 복원은 남은 과제(CRI-O)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controller-runtime 재조정 핫루프 → 워크로드 크래시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GenerationChangedPredicate — spec 변경 시에만 reconcile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6215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스택 전체 결합 (드라이버 fd · crun 위임 · device plugin 스케줄)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C2C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드라이버 570 · crun 위임 보정 · 라벨/plugin 자동화 (스크립트)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88900" marR="88900" marT="50800" marB="50800" anchor="ctr">
                    <a:lnL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F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과제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322C63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64208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 → 새 컨테이너 복원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B2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CRI-O/런타임 수정 필요 (제어상태 → 데이터 순서)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322C63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664208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백엔드를 tmpfs(RAM)로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B2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이중 쓰기 제거 → 체크포인트 시간 단축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322C63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898648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pinned + cudaMemcpyAsync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B2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고대역폭 복사 (논문 20.5GB/s에 근접)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55080" y="2788920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322C63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898648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증분 체크포인트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B2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dirty templates — tar 크기·시간 축소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023360"/>
            <a:ext cx="5257800" cy="1051560"/>
          </a:xfrm>
          <a:prstGeom prst="roundRect">
            <a:avLst>
              <a:gd name="adj" fmla="val 7826"/>
            </a:avLst>
          </a:prstGeom>
          <a:solidFill>
            <a:srgbClr val="322C63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133088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single-process 제약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4B2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UVM/IPC/NCCL 미지원 (cuda-checkpoint 한계)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E1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완료 — GCR 데이터 엔진(VMM) + cuda-checkpoint control + CRIU CPU-only 가 K8s에서 end-to-end 검증됨.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GCR on Kubernetes — 한계와 해결</dc:title>
  <dc:subject>PptxGenJS Presentation</dc:subject>
  <dc:creator>DCN Lab</dc:creator>
  <cp:lastModifiedBy>DCN Lab</cp:lastModifiedBy>
  <cp:revision>1</cp:revision>
  <dcterms:created xsi:type="dcterms:W3CDTF">2026-07-01T08:26:28Z</dcterms:created>
  <dcterms:modified xsi:type="dcterms:W3CDTF">2026-07-01T08:26:28Z</dcterms:modified>
</cp:coreProperties>
</file>